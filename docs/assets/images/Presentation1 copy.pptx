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9" r:id="rId2"/>
  </p:sldIdLst>
  <p:sldSz cx="18000663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47F"/>
    <a:srgbClr val="1B3A58"/>
    <a:srgbClr val="132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0" d="100"/>
          <a:sy n="90" d="100"/>
        </p:scale>
        <p:origin x="184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942577"/>
            <a:ext cx="13500497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3025045"/>
            <a:ext cx="13500497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62430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25283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435864"/>
            <a:ext cx="15525572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3854300"/>
            <a:ext cx="15525572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59214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533187"/>
            <a:ext cx="7650282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533187"/>
            <a:ext cx="7650282" cy="365431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61007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306638"/>
            <a:ext cx="15525572" cy="111322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411865"/>
            <a:ext cx="7615123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2103799"/>
            <a:ext cx="7615123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411865"/>
            <a:ext cx="7652626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2103799"/>
            <a:ext cx="7652626" cy="30943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45532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48451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69325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383963"/>
            <a:ext cx="5805682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829255"/>
            <a:ext cx="9112836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1727835"/>
            <a:ext cx="5805682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5539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383963"/>
            <a:ext cx="5805682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829255"/>
            <a:ext cx="9112836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1727835"/>
            <a:ext cx="5805682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65574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9887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306637"/>
            <a:ext cx="3881393" cy="488086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306637"/>
            <a:ext cx="11419171" cy="488086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510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306638"/>
            <a:ext cx="15525572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533187"/>
            <a:ext cx="15525572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5338158"/>
            <a:ext cx="405014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F86AE-A524-2743-92F3-FE72E16AADF9}" type="datetimeFigureOut">
              <a:rPr lang="en-CH" smtClean="0"/>
              <a:t>01.04.2025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5338158"/>
            <a:ext cx="6075224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5338158"/>
            <a:ext cx="405014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7BC4B7-750D-6C48-85BE-D7DCCEFC3805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1066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866C-3B1B-B668-34CF-C53F758E6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ue and red circle with white lines and red dots&#10;&#10;Description automatically generated">
            <a:extLst>
              <a:ext uri="{FF2B5EF4-FFF2-40B4-BE49-F238E27FC236}">
                <a16:creationId xmlns:a16="http://schemas.microsoft.com/office/drawing/2014/main" id="{9AC8C2A1-4E29-0BF2-45E4-99E92917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64" y="364501"/>
            <a:ext cx="5142746" cy="46529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21F19BE-3408-C0E0-3EC6-A58C03C7CA5A}"/>
              </a:ext>
            </a:extLst>
          </p:cNvPr>
          <p:cNvSpPr txBox="1"/>
          <p:nvPr/>
        </p:nvSpPr>
        <p:spPr>
          <a:xfrm>
            <a:off x="4991489" y="967086"/>
            <a:ext cx="1279140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H" sz="19200" dirty="0">
                <a:solidFill>
                  <a:srgbClr val="13273B"/>
                </a:solidFill>
                <a:latin typeface="Gill Sans Ultra Bold" panose="020B0A02020104020203" pitchFamily="34" charset="77"/>
                <a:ea typeface="Ayuthaya" pitchFamily="2" charset="-34"/>
                <a:cs typeface="Ayuthaya" pitchFamily="2" charset="-34"/>
              </a:rPr>
              <a:t>THORIN</a:t>
            </a:r>
            <a:endParaRPr lang="en-CH" sz="6400" dirty="0">
              <a:solidFill>
                <a:srgbClr val="13273B"/>
              </a:solidFill>
              <a:latin typeface="Gill Sans Ultra Bold" panose="020B0A02020104020203" pitchFamily="34" charset="77"/>
              <a:ea typeface="Ayuthaya" pitchFamily="2" charset="-34"/>
              <a:cs typeface="Ayuthaya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9A0868-0818-52AD-08E4-4D7CA3E87DB9}"/>
              </a:ext>
            </a:extLst>
          </p:cNvPr>
          <p:cNvSpPr txBox="1"/>
          <p:nvPr/>
        </p:nvSpPr>
        <p:spPr>
          <a:xfrm>
            <a:off x="5479029" y="3318000"/>
            <a:ext cx="12195672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H" sz="4100" dirty="0">
                <a:solidFill>
                  <a:srgbClr val="13273B"/>
                </a:solidFill>
                <a:latin typeface="Gill Sans Ultra Bold" panose="020B0A02020104020203" pitchFamily="34" charset="77"/>
                <a:ea typeface="Ayuthaya" pitchFamily="2" charset="-34"/>
                <a:cs typeface="Ayuthaya" pitchFamily="2" charset="-34"/>
              </a:rPr>
              <a:t>T</a:t>
            </a:r>
            <a:r>
              <a:rPr lang="en-CH" sz="4100" dirty="0">
                <a:solidFill>
                  <a:srgbClr val="25547F"/>
                </a:solidFill>
                <a:latin typeface="Gill Sans Ultra Bold" panose="020B0A02020104020203" pitchFamily="34" charset="77"/>
                <a:ea typeface="Ayuthaya" pitchFamily="2" charset="-34"/>
                <a:cs typeface="Ayuthaya" pitchFamily="2" charset="-34"/>
              </a:rPr>
              <a:t>arget</a:t>
            </a:r>
            <a:r>
              <a:rPr lang="en-CH" sz="4100" dirty="0">
                <a:solidFill>
                  <a:srgbClr val="13273B"/>
                </a:solidFill>
                <a:latin typeface="Gill Sans Ultra Bold" panose="020B0A02020104020203" pitchFamily="34" charset="77"/>
                <a:ea typeface="Ayuthaya" pitchFamily="2" charset="-34"/>
                <a:cs typeface="Ayuthaya" pitchFamily="2" charset="-34"/>
              </a:rPr>
              <a:t> H</a:t>
            </a:r>
            <a:r>
              <a:rPr lang="en-CH" sz="4100" dirty="0">
                <a:solidFill>
                  <a:srgbClr val="25547F"/>
                </a:solidFill>
                <a:latin typeface="Gill Sans Ultra Bold" panose="020B0A02020104020203" pitchFamily="34" charset="77"/>
                <a:ea typeface="Ayuthaya" pitchFamily="2" charset="-34"/>
                <a:cs typeface="Ayuthaya" pitchFamily="2" charset="-34"/>
              </a:rPr>
              <a:t>aplotype</a:t>
            </a:r>
            <a:r>
              <a:rPr lang="en-CH" sz="4100" dirty="0">
                <a:solidFill>
                  <a:srgbClr val="13273B"/>
                </a:solidFill>
                <a:latin typeface="Gill Sans Ultra Bold" panose="020B0A02020104020203" pitchFamily="34" charset="77"/>
                <a:ea typeface="Ayuthaya" pitchFamily="2" charset="-34"/>
                <a:cs typeface="Ayuthaya" pitchFamily="2" charset="-34"/>
              </a:rPr>
              <a:t> Or</a:t>
            </a:r>
            <a:r>
              <a:rPr lang="en-CH" sz="4100" dirty="0">
                <a:solidFill>
                  <a:srgbClr val="25547F"/>
                </a:solidFill>
                <a:latin typeface="Gill Sans Ultra Bold" panose="020B0A02020104020203" pitchFamily="34" charset="77"/>
                <a:ea typeface="Ayuthaya" pitchFamily="2" charset="-34"/>
                <a:cs typeface="Ayuthaya" pitchFamily="2" charset="-34"/>
              </a:rPr>
              <a:t>igin</a:t>
            </a:r>
            <a:r>
              <a:rPr lang="en-CH" sz="4100" dirty="0">
                <a:solidFill>
                  <a:srgbClr val="13273B"/>
                </a:solidFill>
                <a:latin typeface="Gill Sans Ultra Bold" panose="020B0A02020104020203" pitchFamily="34" charset="77"/>
                <a:ea typeface="Ayuthaya" pitchFamily="2" charset="-34"/>
                <a:cs typeface="Ayuthaya" pitchFamily="2" charset="-34"/>
              </a:rPr>
              <a:t> In</a:t>
            </a:r>
            <a:r>
              <a:rPr lang="en-CH" sz="4100" dirty="0">
                <a:solidFill>
                  <a:srgbClr val="25547F"/>
                </a:solidFill>
                <a:latin typeface="Gill Sans Ultra Bold" panose="020B0A02020104020203" pitchFamily="34" charset="77"/>
                <a:ea typeface="Ayuthaya" pitchFamily="2" charset="-34"/>
                <a:cs typeface="Ayuthaya" pitchFamily="2" charset="-34"/>
              </a:rPr>
              <a:t>ference</a:t>
            </a:r>
          </a:p>
        </p:txBody>
      </p:sp>
    </p:spTree>
    <p:extLst>
      <p:ext uri="{BB962C8B-B14F-4D97-AF65-F5344CB8AC3E}">
        <p14:creationId xmlns:p14="http://schemas.microsoft.com/office/powerpoint/2010/main" val="3329814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5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Gill Sans Ultra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Hofmeister</dc:creator>
  <cp:lastModifiedBy>Robin Hofmeister</cp:lastModifiedBy>
  <cp:revision>3</cp:revision>
  <dcterms:created xsi:type="dcterms:W3CDTF">2025-01-09T12:14:40Z</dcterms:created>
  <dcterms:modified xsi:type="dcterms:W3CDTF">2025-04-01T11:44:30Z</dcterms:modified>
</cp:coreProperties>
</file>